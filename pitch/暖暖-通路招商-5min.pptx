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828800"/>
            <a:ext cx="4572000" cy="4572000"/>
          </a:xfrm>
          <a:prstGeom prst="ellipse">
            <a:avLst/>
          </a:prstGeom>
          <a:solidFill>
            <a:srgbClr val="E8845A">
              <a:alpha val="3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914400"/>
            <a:ext cx="2743200" cy="2743200"/>
          </a:xfrm>
          <a:prstGeom prst="ellipse">
            <a:avLst/>
          </a:prstGeom>
          <a:solidFill>
            <a:srgbClr val="C95E36">
              <a:alpha val="4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114800"/>
            <a:ext cx="2286000" cy="2286000"/>
          </a:xfrm>
          <a:prstGeom prst="ellipse">
            <a:avLst/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🐻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陪 55+ 健康變老的 AI 管家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拍照記錄．拍藥袋．AI 語音陪伴．家人共享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nuan55.com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鍾志鴻 Hans Chung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創辦人 Founder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通路招商簡報   | 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PROBLEM   |   為什麼台灣需要暖暖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台灣老化來得又快又猛，但工具沒跟上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9164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📊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20.8%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2025 台灣 65+ 人口占比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正式進入「超高齡社會」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9164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38328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B6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子女最擔心爸媽「亂吃藥」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想關心卻幫不上忙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91640"/>
            <a:ext cx="640080" cy="640080"/>
          </a:xfrm>
          <a:prstGeom prst="ellipse">
            <a:avLst/>
          </a:prstGeom>
          <a:solidFill>
            <a:srgbClr val="F6E8C2"/>
          </a:solidFill>
          <a:ln w="12700">
            <a:solidFill>
              <a:srgbClr val="F6E8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📱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&lt; 5%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現有健康 App 七日留存率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字太小、難用、長輩棄用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8046720" cy="502920"/>
          </a:xfrm>
          <a:prstGeom prst="roundRect">
            <a:avLst>
              <a:gd name="adj" fmla="val 18182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有需求、有錢、但沒有對的工具 — 這就是暖暖的市場機會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SOLUTION   |   暖暖如何解決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一台手機．三個動作．長輩自己就能用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4592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拍一張菜 → AI 自動算熱量、營養、提醒少鹽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操作時間 &lt; 5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4592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 → 自動讀出藥名、用法、設定提醒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省下找眼鏡時間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463040"/>
            <a:ext cx="73152" cy="210312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572768"/>
            <a:ext cx="594360" cy="256032"/>
          </a:xfrm>
          <a:prstGeom prst="roundRect">
            <a:avLst>
              <a:gd name="adj" fmla="val 14286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157276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獨家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00900" y="1645920"/>
            <a:ext cx="640080" cy="640080"/>
          </a:xfrm>
          <a:prstGeom prst="ellipse">
            <a:avLst/>
          </a:prstGeom>
          <a:solidFill>
            <a:srgbClr val="E5EFE2"/>
          </a:solidFill>
          <a:ln w="12700">
            <a:solidFill>
              <a:srgbClr val="E5EFE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009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🎙️</a:t>
            </a:r>
            <a:endParaRPr lang="en-US" sz="1960" dirty="0"/>
          </a:p>
        </p:txBody>
      </p:sp>
      <p:sp>
        <p:nvSpPr>
          <p:cNvPr id="22" name="Text 20"/>
          <p:cNvSpPr/>
          <p:nvPr/>
        </p:nvSpPr>
        <p:spPr>
          <a:xfrm>
            <a:off x="6355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語音陪伴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40080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認得名字、記得慢性病 — 3 種人格可選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像家人 · 像護理師 · 像小孫子撒嬌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為長輩量身設計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字超大 26pt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一鍵操作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7490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免下載 App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04088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✨ 已上線運作 · nuan55.com 立即可試用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E8845A">
              <a:alpha val="2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914400"/>
            <a:ext cx="6400800" cy="6400800"/>
          </a:xfrm>
          <a:prstGeom prst="ellipse">
            <a:avLst/>
          </a:prstGeom>
          <a:solidFill>
            <a:srgbClr val="C95E36">
              <a:alpha val="25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20116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90 秒</a:t>
            </a:r>
            <a:endParaRPr lang="en-US" sz="11000" dirty="0"/>
          </a:p>
        </p:txBody>
      </p:sp>
      <p:sp>
        <p:nvSpPr>
          <p:cNvPr id="6" name="Text 4"/>
          <p:cNvSpPr/>
          <p:nvPr/>
        </p:nvSpPr>
        <p:spPr>
          <a:xfrm>
            <a:off x="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實機操作 — 看長輩怎麼用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 拍照記錄  →  💊 拍藥袋  →  🎙️ 語音對話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DIFFERENTIATION   |   為什麼不直接用 Gemini / ChatGPT？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Gemini 是引擎，暖暖是整台車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引擎再強，沒有方向盤、座椅、安全氣囊 — 長輩不會開、也不敢開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A89580"/>
          </a:solidFill>
          <a:ln w="12700">
            <a:solidFill>
              <a:srgbClr val="A895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直接用 Gemini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3840480" cy="411480"/>
          </a:xfrm>
          <a:prstGeom prst="roundRect">
            <a:avLst>
              <a:gd name="adj" fmla="val 17778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🐻  用暖暖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24028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23682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怎麼操作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打字下 prompt、上傳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拍一下、按確認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83464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69080" y="296265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29626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歷史紀錄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沒辦法存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自動進飲食日記 + 趨勢圖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42900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9080" y="355701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35570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個人化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每次從零，不記得你慢性病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記得高血壓 → 客製建議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02336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402336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9080" y="4151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69080" y="415137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完全沒有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子女遠端看吃藥/飲食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8046720" cy="502920"/>
          </a:xfrm>
          <a:prstGeom prst="roundRect">
            <a:avLst>
              <a:gd name="adj" fmla="val 21818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暖暖的護城河不是 AI 模型 — 是「把 AI 用對的 6 個月 know-how」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PARTNERSHIP   |   三種彈性合作模式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依您的需求三選一．可混搭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最簡單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聯名推廣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9728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您：在通路曝光 / 推薦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訂閱分潤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週上線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417320"/>
            <a:ext cx="2606040" cy="45720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做自有品牌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🏷️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白標客製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93192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您：定義品牌與通路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月費 + 分潤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5661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雙重收入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8620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個月上線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1417320"/>
            <a:ext cx="2606040" cy="457200"/>
          </a:xfrm>
          <a:prstGeom prst="rect">
            <a:avLst/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適合大型通路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🔌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400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API/SDK 整合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76656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您：嵌入既有 App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省成本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40080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按用量計費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2 個月上線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👉  具體合約條款與細節價格，留待下週深度會議討論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2286000"/>
            <a:ext cx="6400800" cy="6400800"/>
          </a:xfrm>
          <a:prstGeom prst="ellipse">
            <a:avLst/>
          </a:prstGeom>
          <a:solidFill>
            <a:srgbClr val="C95E36">
              <a:alpha val="2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2286000"/>
            <a:ext cx="5486400" cy="5486400"/>
          </a:xfrm>
          <a:prstGeom prst="ellipse">
            <a:avLst/>
          </a:prstGeom>
          <a:solidFill>
            <a:srgbClr val="E8845A">
              <a:alpha val="18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ROADMAP   |   一個會越長越大的平台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從工具，到平台，到生態系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每一階段，都為合作夥伴開出新的賺錢機會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600200"/>
            <a:ext cx="2606040" cy="109728"/>
          </a:xfrm>
          <a:prstGeom prst="rect">
            <a:avLst/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2880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82880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部分已上線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2128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H1 · 主動守護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5237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0–6 個月　</a:t>
            </a:r>
            <a:pPr indent="0" marL="0">
              <a:buNone/>
            </a:pPr>
            <a:r>
              <a:rPr lang="en-US" sz="11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讓子女安心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異常預警通知家人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每日關懷推播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LINE 整合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子女端儀表板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13632"/>
            <a:ext cx="2606040" cy="384048"/>
          </a:xfrm>
          <a:prstGeom prst="rect">
            <a:avLst/>
          </a:prstGeom>
          <a:solidFill>
            <a:srgbClr val="7AA779">
              <a:alpha val="15000"/>
            </a:srgbClr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 訂閱分潤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0020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383280" y="1600200"/>
            <a:ext cx="2606040" cy="109728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66160" y="182880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82880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🔨 開發中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0" y="22128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H2 · 健康平台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566160" y="25237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6–18 個月　</a:t>
            </a:r>
            <a:pPr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讓數據有價值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852928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慢病管理 + 回診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藍牙血壓計整合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遠距諮詢對接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健康數據 API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3913632"/>
            <a:ext cx="2606040" cy="384048"/>
          </a:xfrm>
          <a:prstGeom prst="rect">
            <a:avLst/>
          </a:prstGeom>
          <a:solidFill>
            <a:srgbClr val="D9A441">
              <a:alpha val="15000"/>
            </a:srgbClr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 軟硬整合 + 數據授權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160020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FAF5EC"/>
          </a:solidFill>
          <a:ln w="12700">
            <a:solidFill>
              <a:srgbClr val="FAF5E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0" y="1600200"/>
            <a:ext cx="2606040" cy="109728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1828800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A89580"/>
          </a:solidFill>
          <a:ln w="12700">
            <a:solidFill>
              <a:srgbClr val="A895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82880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🌱 藍圖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0" y="221284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H3 · 銀髮生態系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00800" y="25237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個月+　</a:t>
            </a:r>
            <a:pPr indent="0" marL="0">
              <a:buNone/>
            </a:pPr>
            <a:r>
              <a:rPr lang="en-US" sz="1100" b="1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成為銀髮入口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46520" y="2852928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保險風險方案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長照機構後台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健康電商導購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風險預測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3913632"/>
            <a:ext cx="2606040" cy="384048"/>
          </a:xfrm>
          <a:prstGeom prst="rect">
            <a:avLst/>
          </a:prstGeom>
          <a:solidFill>
            <a:srgbClr val="E8845A">
              <a:alpha val="15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💰 B2B 大單 + 導購分潤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4480560"/>
            <a:ext cx="8046720" cy="457200"/>
          </a:xfrm>
          <a:prstGeom prst="roundRect">
            <a:avLst>
              <a:gd name="adj" fmla="val 20000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480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早期夥伴 = 在每個新階段都享優先權與更好條件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US   |   為什麼選擇暖暖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個對通路夥伴的具體好處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73152" cy="1188720"/>
          </a:xfrm>
          <a:prstGeom prst="rect">
            <a:avLst/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新增訂閱分潤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客戶持續訂閱、您持續拿分潤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417320"/>
            <a:ext cx="73152" cy="118872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5321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提升客戶黏著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每天打開 = 持續品牌觸及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697480"/>
            <a:ext cx="73152" cy="1188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46304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合法健康數據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用於行銷再優化，符合個資法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2697480"/>
            <a:ext cx="73152" cy="1188720"/>
          </a:xfrm>
          <a:prstGeom prst="rect">
            <a:avLst/>
          </a:prstGeom>
          <a:solidFill>
            <a:srgbClr val="C95B6E"/>
          </a:solidFill>
          <a:ln w="12700">
            <a:solidFill>
              <a:srgbClr val="C9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53212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您完全不用開發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+ 技術 + 客服我們全包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868680"/>
          </a:xfrm>
          <a:prstGeom prst="roundRect">
            <a:avLst>
              <a:gd name="adj" fmla="val 18947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換名片  →  下週深度會議  →  給您試用帳號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 nuan55.com    |    📧  sunboy1120@gmail.com    |    🐻  鍾志鴻 Hans Chung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暖暖 NuanNuan - 通路招商簡報</dc:title>
  <dc:subject>PptxGenJS Presentation</dc:subject>
  <dc:creator>Hans Chung</dc:creator>
  <cp:lastModifiedBy>Hans Chung</cp:lastModifiedBy>
  <cp:revision>1</cp:revision>
  <dcterms:created xsi:type="dcterms:W3CDTF">2026-06-04T00:38:24Z</dcterms:created>
  <dcterms:modified xsi:type="dcterms:W3CDTF">2026-06-04T00:38:24Z</dcterms:modified>
</cp:coreProperties>
</file>