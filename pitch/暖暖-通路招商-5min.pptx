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E8845A">
              <a:alpha val="30000"/>
            </a:srgbClr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914400"/>
            <a:ext cx="2743200" cy="2743200"/>
          </a:xfrm>
          <a:prstGeom prst="ellipse">
            <a:avLst/>
          </a:prstGeom>
          <a:solidFill>
            <a:srgbClr val="C95E36">
              <a:alpha val="40000"/>
            </a:srgbClr>
          </a:solidFill>
          <a:ln w="12700">
            <a:solidFill>
              <a:srgbClr val="C95E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4114800"/>
            <a:ext cx="2286000" cy="2286000"/>
          </a:xfrm>
          <a:prstGeom prst="ellipse">
            <a:avLst/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🐻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暖暖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陪 55+ 健康變老的 AI 管家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246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拍照記錄．拍藥袋．AI 語音陪伴．家人共享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C95E36"/>
          </a:solidFill>
          <a:ln w="12700">
            <a:solidFill>
              <a:srgbClr val="C95E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617720"/>
            <a:ext cx="8229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🌐 nuan55.com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   |  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鍾志鴻 Hans Chung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     |    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創辦人 Founder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0" y="4206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通路招商簡報   | 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PROBLEM   |   為什麼台灣需要暖暖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台灣老化來得又快又猛，但工具沒跟上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691640"/>
            <a:ext cx="640080" cy="640080"/>
          </a:xfrm>
          <a:prstGeom prst="ellipse">
            <a:avLst/>
          </a:prstGeom>
          <a:solidFill>
            <a:srgbClr val="FCE4D5"/>
          </a:solidFill>
          <a:ln w="12700">
            <a:solidFill>
              <a:srgbClr val="FCE4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16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📊</a:t>
            </a:r>
            <a:endParaRPr lang="en-US" sz="196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20.8%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2025 台灣 65+ 人口占比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正式進入「超高齡社會」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6260" y="1691640"/>
            <a:ext cx="640080" cy="640080"/>
          </a:xfrm>
          <a:prstGeom prst="ellipse">
            <a:avLst/>
          </a:prstGeom>
          <a:solidFill>
            <a:srgbClr val="F4D7DC"/>
          </a:solidFill>
          <a:ln w="12700">
            <a:solidFill>
              <a:srgbClr val="F4D7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62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💊</a:t>
            </a:r>
            <a:endParaRPr lang="en-US" sz="196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95B6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78%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356616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子女最擔心爸媽「亂吃藥」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想關心卻幫不上忙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606040" cy="27432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00900" y="1691640"/>
            <a:ext cx="640080" cy="640080"/>
          </a:xfrm>
          <a:prstGeom prst="ellipse">
            <a:avLst/>
          </a:prstGeom>
          <a:solidFill>
            <a:srgbClr val="F6E8C2"/>
          </a:solidFill>
          <a:ln w="12700">
            <a:solidFill>
              <a:srgbClr val="F6E8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009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📱</a:t>
            </a:r>
            <a:endParaRPr lang="en-US" sz="1960" dirty="0"/>
          </a:p>
        </p:txBody>
      </p:sp>
      <p:sp>
        <p:nvSpPr>
          <p:cNvPr id="19" name="Text 17"/>
          <p:cNvSpPr/>
          <p:nvPr/>
        </p:nvSpPr>
        <p:spPr>
          <a:xfrm>
            <a:off x="6217920" y="24688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A441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&lt; 5%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640080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現有健康 App 七日留存率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字太小、難用、長輩棄用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8046720" cy="502920"/>
          </a:xfrm>
          <a:prstGeom prst="roundRect">
            <a:avLst>
              <a:gd name="adj" fmla="val 18182"/>
            </a:avLst>
          </a:prstGeom>
          <a:solidFill>
            <a:srgbClr val="3D2E20"/>
          </a:solidFill>
          <a:ln w="12700">
            <a:solidFill>
              <a:srgbClr val="3D2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有需求、有錢、但沒有對的工具 — 這就是暖暖的市場機會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SOLUTION   |   暖暖如何解決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一台手機．三個動作．長輩自己就能用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645920"/>
            <a:ext cx="640080" cy="640080"/>
          </a:xfrm>
          <a:prstGeom prst="ellipse">
            <a:avLst/>
          </a:prstGeom>
          <a:solidFill>
            <a:srgbClr val="FCE4D5"/>
          </a:solidFill>
          <a:ln w="12700">
            <a:solidFill>
              <a:srgbClr val="FCE4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16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📷</a:t>
            </a:r>
            <a:endParaRPr lang="en-US" sz="196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拍照記錄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拍一張菜 → AI 自動算熱量、營養、提醒少鹽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操作時間 &lt; 5 秒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060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66260" y="1645920"/>
            <a:ext cx="640080" cy="640080"/>
          </a:xfrm>
          <a:prstGeom prst="ellipse">
            <a:avLst/>
          </a:prstGeom>
          <a:solidFill>
            <a:srgbClr val="F4D7DC"/>
          </a:solidFill>
          <a:ln w="12700">
            <a:solidFill>
              <a:srgbClr val="F4D7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662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💊</a:t>
            </a:r>
            <a:endParaRPr lang="en-US" sz="1960" dirty="0"/>
          </a:p>
        </p:txBody>
      </p:sp>
      <p:sp>
        <p:nvSpPr>
          <p:cNvPr id="13" name="Text 11"/>
          <p:cNvSpPr/>
          <p:nvPr/>
        </p:nvSpPr>
        <p:spPr>
          <a:xfrm>
            <a:off x="352044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拍藥袋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6616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拍藥袋 → 自動讀出藥名、用法、設定提醒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省下找眼鏡時間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60604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63040"/>
            <a:ext cx="73152" cy="2103120"/>
          </a:xfrm>
          <a:prstGeom prst="rect">
            <a:avLst/>
          </a:prstGeom>
          <a:solidFill>
            <a:srgbClr val="C95E36"/>
          </a:solidFill>
          <a:ln w="12700">
            <a:solidFill>
              <a:srgbClr val="C95E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1572768"/>
            <a:ext cx="594360" cy="256032"/>
          </a:xfrm>
          <a:prstGeom prst="roundRect">
            <a:avLst>
              <a:gd name="adj" fmla="val 14286"/>
            </a:avLst>
          </a:prstGeom>
          <a:solidFill>
            <a:srgbClr val="C95E36"/>
          </a:solidFill>
          <a:ln w="12700">
            <a:solidFill>
              <a:srgbClr val="C95E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572768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獨家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00900" y="1645920"/>
            <a:ext cx="640080" cy="640080"/>
          </a:xfrm>
          <a:prstGeom prst="ellipse">
            <a:avLst/>
          </a:prstGeom>
          <a:solidFill>
            <a:srgbClr val="E5EFE2"/>
          </a:solidFill>
          <a:ln w="12700">
            <a:solidFill>
              <a:srgbClr val="E5EF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09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🎙️</a:t>
            </a:r>
            <a:endParaRPr lang="en-US" sz="1960" dirty="0"/>
          </a:p>
        </p:txBody>
      </p:sp>
      <p:sp>
        <p:nvSpPr>
          <p:cNvPr id="22" name="Text 20"/>
          <p:cNvSpPr/>
          <p:nvPr/>
        </p:nvSpPr>
        <p:spPr>
          <a:xfrm>
            <a:off x="6355080" y="23774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語音陪伴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00800" y="274320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認得名字、記得慢性病 — 3 種人格可選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0" y="32461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像家人 · 像護理師 · 像小孫子撒嬌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為長輩量身設計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1605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字超大 26pt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86000" y="41605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一鍵操作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749040" y="41605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免下載 App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0" y="41605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家人共享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040880" y="41605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41605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中文語音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AA77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✨ 已上線運作 · nuan55.com 立即可試用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D2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E8845A">
              <a:alpha val="20000"/>
            </a:srgbClr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914400"/>
            <a:ext cx="6400800" cy="6400800"/>
          </a:xfrm>
          <a:prstGeom prst="ellipse">
            <a:avLst/>
          </a:prstGeom>
          <a:solidFill>
            <a:srgbClr val="C95E36">
              <a:alpha val="25000"/>
            </a:srgbClr>
          </a:solidFill>
          <a:ln w="12700">
            <a:solidFill>
              <a:srgbClr val="C95E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E884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201168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90 秒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0" y="33832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E8D5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實機操作 — 看長輩怎麼用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AF5E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📷 拍照記錄  →  💊 拍藥袋  →  🎙️ 語音對話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572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nuan55.com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DIFFERENTIATION   |   為什麼不直接用 Gemini / ChatGPT？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Gemini 是引擎，暖暖是整台車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引擎再強，沒有方向盤、座椅、安全氣囊 — 長輩不會開、也不敢開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4023360" cy="411480"/>
          </a:xfrm>
          <a:prstGeom prst="roundRect">
            <a:avLst>
              <a:gd name="adj" fmla="val 17778"/>
            </a:avLst>
          </a:prstGeom>
          <a:solidFill>
            <a:srgbClr val="A89580"/>
          </a:solidFill>
          <a:ln w="12700">
            <a:solidFill>
              <a:srgbClr val="A895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直接用 Gemini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3840480" cy="411480"/>
          </a:xfrm>
          <a:prstGeom prst="roundRect">
            <a:avLst>
              <a:gd name="adj" fmla="val 17778"/>
            </a:avLst>
          </a:prstGeom>
          <a:solidFill>
            <a:srgbClr val="C95E36"/>
          </a:solidFill>
          <a:ln w="12700">
            <a:solidFill>
              <a:srgbClr val="C95E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691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🐻  用暖暖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2240280"/>
            <a:ext cx="3840480" cy="548640"/>
          </a:xfrm>
          <a:prstGeom prst="rect">
            <a:avLst/>
          </a:prstGeom>
          <a:solidFill>
            <a:srgbClr val="FDF1E8"/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236829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D2E20"/>
          </a:solidFill>
          <a:ln w="12700">
            <a:solidFill>
              <a:srgbClr val="3D2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236829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怎麼操作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打字下 prompt、上傳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拍一下、按確認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834640"/>
            <a:ext cx="3840480" cy="548640"/>
          </a:xfrm>
          <a:prstGeom prst="rect">
            <a:avLst/>
          </a:prstGeom>
          <a:solidFill>
            <a:srgbClr val="FDF1E8"/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296265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D2E20"/>
          </a:solidFill>
          <a:ln w="12700">
            <a:solidFill>
              <a:srgbClr val="3D2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69080" y="29626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歷史紀錄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❌  沒辦法存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834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✅  自動進飲食日記 + 趨勢圖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42900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3429000"/>
            <a:ext cx="3840480" cy="548640"/>
          </a:xfrm>
          <a:prstGeom prst="rect">
            <a:avLst/>
          </a:prstGeom>
          <a:solidFill>
            <a:srgbClr val="FDF1E8"/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069080" y="355701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D2E20"/>
          </a:solidFill>
          <a:ln w="12700">
            <a:solidFill>
              <a:srgbClr val="3D2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69080" y="35570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個人化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每次從零，不記得你慢性病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12080" y="3429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✅  記得高血壓 → 客製建議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023360"/>
            <a:ext cx="4023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4023360"/>
            <a:ext cx="3840480" cy="548640"/>
          </a:xfrm>
          <a:prstGeom prst="rect">
            <a:avLst/>
          </a:prstGeom>
          <a:solidFill>
            <a:srgbClr val="FDF1E8"/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080" y="415137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3D2E20"/>
          </a:solidFill>
          <a:ln w="12700">
            <a:solidFill>
              <a:srgbClr val="3D2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41513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家人共享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❌  完全沒有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12080" y="4023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✅  子女遠端看吃藥/飲食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4572000"/>
            <a:ext cx="8046720" cy="502920"/>
          </a:xfrm>
          <a:prstGeom prst="roundRect">
            <a:avLst>
              <a:gd name="adj" fmla="val 21818"/>
            </a:avLst>
          </a:prstGeom>
          <a:solidFill>
            <a:srgbClr val="3D2E20"/>
          </a:solidFill>
          <a:ln w="12700">
            <a:solidFill>
              <a:srgbClr val="3D2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572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暖暖的護城河不是 AI 模型 — 是「把 AI 用對的 6 個月 know-how」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PARTNERSHIP   |   三種彈性合作模式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依您的需求三選一．可混搭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2606040" cy="457200"/>
          </a:xfrm>
          <a:prstGeom prst="rect">
            <a:avLst/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最簡單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🤝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聯名推廣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097280" y="3017520"/>
            <a:ext cx="1508760" cy="0"/>
          </a:xfrm>
          <a:prstGeom prst="line">
            <a:avLst/>
          </a:prstGeom>
          <a:noFill/>
          <a:ln w="12700">
            <a:solidFill>
              <a:srgbClr val="EDE3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您：在通路曝光 / 推薦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845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30%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訂閱分潤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42062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206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⏱  1 週上線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417320"/>
            <a:ext cx="2606040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1417320"/>
            <a:ext cx="2606040" cy="457200"/>
          </a:xfrm>
          <a:prstGeom prst="rect">
            <a:avLst/>
          </a:prstGeom>
          <a:solidFill>
            <a:srgbClr val="C95E36"/>
          </a:solidFill>
          <a:ln w="12700">
            <a:solidFill>
              <a:srgbClr val="C95E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做自有品牌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6616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🏷️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56616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白標客製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931920" y="3017520"/>
            <a:ext cx="1508760" cy="0"/>
          </a:xfrm>
          <a:prstGeom prst="line">
            <a:avLst/>
          </a:prstGeom>
          <a:noFill/>
          <a:ln w="12700">
            <a:solidFill>
              <a:srgbClr val="EDE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66160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您：定義品牌與通路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月費 + 分潤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56616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雙重收入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86200" y="42062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86200" y="4206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⏱  1 個月上線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1417320"/>
            <a:ext cx="2606040" cy="31089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417320"/>
            <a:ext cx="2606040" cy="457200"/>
          </a:xfrm>
          <a:prstGeom prst="rect">
            <a:avLst/>
          </a:prstGeom>
          <a:solidFill>
            <a:srgbClr val="3D2E20"/>
          </a:solidFill>
          <a:ln w="12700">
            <a:solidFill>
              <a:srgbClr val="3D2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463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適合大型通路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201168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🔌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40080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API/SDK 整合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766560" y="3017520"/>
            <a:ext cx="1508760" cy="0"/>
          </a:xfrm>
          <a:prstGeom prst="line">
            <a:avLst/>
          </a:prstGeom>
          <a:noFill/>
          <a:ln w="12700">
            <a:solidFill>
              <a:srgbClr val="EDE3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31089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您：嵌入既有 App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474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省成本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400800" y="39319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958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按用量計費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20840" y="4206240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F2E8D5"/>
          </a:solidFill>
          <a:ln w="12700">
            <a:solidFill>
              <a:srgbClr val="F2E8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4206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⏱  2 個月上線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👉  具體合約條款與細節價格，留待下週深度會議討論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5E36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WHY US   |   為什麼選擇暖暖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4 個對通路夥伴的具體好處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97764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73152" cy="1188720"/>
          </a:xfrm>
          <a:prstGeom prst="rect">
            <a:avLst/>
          </a:prstGeom>
          <a:solidFill>
            <a:srgbClr val="7AA779"/>
          </a:solidFill>
          <a:ln w="12700">
            <a:solidFill>
              <a:srgbClr val="7AA7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💰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46304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新增訂閱分潤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客戶持續訂閱、您持續拿分潤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417320"/>
            <a:ext cx="397764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417320"/>
            <a:ext cx="73152" cy="1188720"/>
          </a:xfrm>
          <a:prstGeom prst="rect">
            <a:avLst/>
          </a:prstGeom>
          <a:solidFill>
            <a:srgbClr val="E8845A"/>
          </a:solidFill>
          <a:ln w="12700">
            <a:solidFill>
              <a:srgbClr val="E884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532120" y="16002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提升客戶黏著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32120" y="2057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每天打開 = 持續品牌觸及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397764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97480"/>
            <a:ext cx="73152" cy="11887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46304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合法健康數據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用於行銷再優化，符合個資法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2697480"/>
            <a:ext cx="3977640" cy="118872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DE3D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697480"/>
            <a:ext cx="73152" cy="1188720"/>
          </a:xfrm>
          <a:prstGeom prst="rect">
            <a:avLst/>
          </a:prstGeom>
          <a:solidFill>
            <a:srgbClr val="C95B6E"/>
          </a:solidFill>
          <a:ln w="12700">
            <a:solidFill>
              <a:srgbClr val="C95B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🎁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5532120" y="2880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2E20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您完全不用開發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3337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84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產品 + 技術 + 客服我們全包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8046720" cy="868680"/>
          </a:xfrm>
          <a:prstGeom prst="roundRect">
            <a:avLst>
              <a:gd name="adj" fmla="val 18947"/>
            </a:avLst>
          </a:prstGeom>
          <a:solidFill>
            <a:srgbClr val="C95E36"/>
          </a:solidFill>
          <a:ln w="12700">
            <a:solidFill>
              <a:srgbClr val="C95E3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換名片  →  下週深度會議  →  給您試用帳號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5EC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🌐  nuan55.com    |    📧  sunboy1120@gmail.com    |    🐻  鍾志鴻 Hans Chung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暖暖 NuanNuan - 通路招商簡報</dc:title>
  <dc:subject>PptxGenJS Presentation</dc:subject>
  <dc:creator>Hans Chung</dc:creator>
  <cp:lastModifiedBy>Hans Chung</cp:lastModifiedBy>
  <cp:revision>1</cp:revision>
  <dcterms:created xsi:type="dcterms:W3CDTF">2026-06-03T13:42:03Z</dcterms:created>
  <dcterms:modified xsi:type="dcterms:W3CDTF">2026-06-03T13:42:03Z</dcterms:modified>
</cp:coreProperties>
</file>